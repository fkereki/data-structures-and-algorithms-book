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Lato Black"/>
              </a:rPr>
              <a:t>Click to move the slide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5760" cy="4568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dt"/>
          </p:nvPr>
        </p:nvSpPr>
        <p:spPr>
          <a:xfrm>
            <a:off x="3881880" y="0"/>
            <a:ext cx="2975760" cy="4568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ftr"/>
          </p:nvPr>
        </p:nvSpPr>
        <p:spPr>
          <a:xfrm>
            <a:off x="0" y="8686800"/>
            <a:ext cx="2975760" cy="4568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 type="sldNum"/>
          </p:nvPr>
        </p:nvSpPr>
        <p:spPr>
          <a:xfrm>
            <a:off x="3881880" y="8686800"/>
            <a:ext cx="2975760" cy="4568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DA7711E9-B157-4359-9AB7-B1AA642FF09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latin typeface="Arial"/>
              </a:rPr>
              <a:t>Todos los coloreados se evaluaron 2 o más veces cada uno…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latin typeface="Arial"/>
              </a:rPr>
              <a:t>De 37 cálculos sólo precisó 15… para este ejemplo chico la optimización supera el 50%</a:t>
            </a:r>
            <a:br/>
            <a:r>
              <a:rPr b="0" lang="en-US" sz="1100" spc="-1" strike="noStrike">
                <a:latin typeface="Arial"/>
              </a:rPr>
              <a:t>Donde están las flechas, se salvó toda la recursividad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latin typeface="Arial"/>
              </a:rPr>
              <a:t>De 37 cálculos sólo precisó 15… para este ejemplo chico la optimización supera el 50%</a:t>
            </a:r>
            <a:br/>
            <a:r>
              <a:rPr b="0" lang="en-US" sz="1100" spc="-1" strike="noStrike">
                <a:latin typeface="Arial"/>
              </a:rPr>
              <a:t>Donde están las flechas, se salvó toda la recursividad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73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11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  <p:sp>
        <p:nvSpPr>
          <p:cNvPr id="312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998080"/>
            <a:ext cx="9143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63d29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510480" y="1257480"/>
            <a:ext cx="8122680" cy="158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4F72A203-C6E2-4051-8172-3ADDD7E30FB5}" type="slidenum">
              <a:rPr b="0" lang="en-US" sz="1000" spc="-1" strike="noStrike">
                <a:solidFill>
                  <a:srgbClr val="ffffff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43AA5B5C-6AEF-4EA7-8165-91FE5CB2E30D}" type="slidenum">
              <a:rPr b="0" lang="en-US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Lato Black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Lato Medium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Lato Medium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0" y="2998080"/>
            <a:ext cx="9143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63d29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C2451A2-1F8D-4F29-ACA6-9254E1BACF76}" type="slidenum">
              <a:rPr b="0" lang="en-US" sz="1000" spc="-1" strike="noStrike">
                <a:solidFill>
                  <a:srgbClr val="ffffff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C6C868F-B822-4798-8074-B9CBDBDE1A6D}" type="slidenum">
              <a:rPr b="0" lang="en-US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59760" y="48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body"/>
          </p:nvPr>
        </p:nvSpPr>
        <p:spPr>
          <a:xfrm>
            <a:off x="311760" y="1389600"/>
            <a:ext cx="4084920" cy="3179160"/>
          </a:xfrm>
          <a:prstGeom prst="rect">
            <a:avLst/>
          </a:prstGeom>
        </p:spPr>
        <p:txBody>
          <a:bodyPr lIns="0" rIns="0" tIns="0" bIns="0">
            <a:normAutofit fontScale="9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0CFC6E5-0443-4EB7-9E89-D05D6E73CAF2}" type="slidenum">
              <a:rPr b="0" lang="en-US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3d2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90320" y="526320"/>
            <a:ext cx="5797080" cy="4090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0C0F4E7-6C12-4127-B145-F2A9D427BBB3}" type="slidenum">
              <a:rPr b="0" lang="en-US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5E64A02-6D9C-44CE-AA47-1D996B3D0C4B}" type="slidenum">
              <a:rPr b="0" lang="en-US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244;p42" descr=""/>
          <p:cNvPicPr/>
          <p:nvPr/>
        </p:nvPicPr>
        <p:blipFill>
          <a:blip r:embed="rId1"/>
          <a:stretch/>
        </p:blipFill>
        <p:spPr>
          <a:xfrm>
            <a:off x="152280" y="1483920"/>
            <a:ext cx="8838720" cy="2175120"/>
          </a:xfrm>
          <a:prstGeom prst="rect">
            <a:avLst/>
          </a:prstGeom>
          <a:ln w="0">
            <a:noFill/>
          </a:ln>
        </p:spPr>
      </p:pic>
      <p:sp>
        <p:nvSpPr>
          <p:cNvPr id="320" name="TextShape 1"/>
          <p:cNvSpPr txBox="1"/>
          <p:nvPr/>
        </p:nvSpPr>
        <p:spPr>
          <a:xfrm>
            <a:off x="59760" y="8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Lato Black"/>
              </a:rPr>
              <a:t>Figura 1 – única (BN &amp; COLOR)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17880" y="2736000"/>
            <a:ext cx="164556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7638120" y="2368440"/>
            <a:ext cx="82260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3"/>
          <p:cNvSpPr/>
          <p:nvPr/>
        </p:nvSpPr>
        <p:spPr>
          <a:xfrm>
            <a:off x="5717880" y="2000880"/>
            <a:ext cx="19198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4"/>
          <p:cNvSpPr/>
          <p:nvPr/>
        </p:nvSpPr>
        <p:spPr>
          <a:xfrm>
            <a:off x="5717880" y="2368440"/>
            <a:ext cx="5482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5"/>
          <p:cNvSpPr/>
          <p:nvPr/>
        </p:nvSpPr>
        <p:spPr>
          <a:xfrm>
            <a:off x="6266520" y="2368440"/>
            <a:ext cx="137124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6"/>
          <p:cNvSpPr/>
          <p:nvPr/>
        </p:nvSpPr>
        <p:spPr>
          <a:xfrm>
            <a:off x="7920720" y="820440"/>
            <a:ext cx="54828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7"/>
          <p:cNvSpPr/>
          <p:nvPr/>
        </p:nvSpPr>
        <p:spPr>
          <a:xfrm>
            <a:off x="7371720" y="1188000"/>
            <a:ext cx="109728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ustomShape 8"/>
          <p:cNvSpPr/>
          <p:nvPr/>
        </p:nvSpPr>
        <p:spPr>
          <a:xfrm>
            <a:off x="8195400" y="452880"/>
            <a:ext cx="27396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ustomShape 9"/>
          <p:cNvSpPr/>
          <p:nvPr/>
        </p:nvSpPr>
        <p:spPr>
          <a:xfrm>
            <a:off x="8178120" y="4243680"/>
            <a:ext cx="27396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ustomShape 10"/>
          <p:cNvSpPr/>
          <p:nvPr/>
        </p:nvSpPr>
        <p:spPr>
          <a:xfrm>
            <a:off x="7638120" y="2000880"/>
            <a:ext cx="82260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11"/>
          <p:cNvSpPr/>
          <p:nvPr/>
        </p:nvSpPr>
        <p:spPr>
          <a:xfrm>
            <a:off x="5726160" y="1188000"/>
            <a:ext cx="164556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12"/>
          <p:cNvSpPr/>
          <p:nvPr/>
        </p:nvSpPr>
        <p:spPr>
          <a:xfrm>
            <a:off x="7097760" y="820440"/>
            <a:ext cx="82260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13"/>
          <p:cNvSpPr/>
          <p:nvPr/>
        </p:nvSpPr>
        <p:spPr>
          <a:xfrm>
            <a:off x="5726160" y="452880"/>
            <a:ext cx="19198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CustomShape 14"/>
          <p:cNvSpPr/>
          <p:nvPr/>
        </p:nvSpPr>
        <p:spPr>
          <a:xfrm>
            <a:off x="7646760" y="452880"/>
            <a:ext cx="5482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ustomShape 15"/>
          <p:cNvSpPr/>
          <p:nvPr/>
        </p:nvSpPr>
        <p:spPr>
          <a:xfrm>
            <a:off x="5726160" y="820440"/>
            <a:ext cx="137124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6" name="Group 16"/>
          <p:cNvGrpSpPr/>
          <p:nvPr/>
        </p:nvGrpSpPr>
        <p:grpSpPr>
          <a:xfrm>
            <a:off x="1188720" y="2496600"/>
            <a:ext cx="2574000" cy="367200"/>
            <a:chOff x="1188720" y="2496600"/>
            <a:chExt cx="2574000" cy="367200"/>
          </a:xfrm>
        </p:grpSpPr>
        <p:sp>
          <p:nvSpPr>
            <p:cNvPr id="337" name="CustomShape 17"/>
            <p:cNvSpPr/>
            <p:nvPr/>
          </p:nvSpPr>
          <p:spPr>
            <a:xfrm>
              <a:off x="2117160" y="2496600"/>
              <a:ext cx="1645560" cy="36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CustomShape 18"/>
            <p:cNvSpPr/>
            <p:nvPr/>
          </p:nvSpPr>
          <p:spPr>
            <a:xfrm>
              <a:off x="1188720" y="2496600"/>
              <a:ext cx="822600" cy="36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" name="Group 19"/>
          <p:cNvGrpSpPr/>
          <p:nvPr/>
        </p:nvGrpSpPr>
        <p:grpSpPr>
          <a:xfrm>
            <a:off x="450360" y="1992600"/>
            <a:ext cx="4051080" cy="367200"/>
            <a:chOff x="450360" y="1992600"/>
            <a:chExt cx="4051080" cy="367200"/>
          </a:xfrm>
        </p:grpSpPr>
        <p:sp>
          <p:nvSpPr>
            <p:cNvPr id="340" name="CustomShape 20"/>
            <p:cNvSpPr/>
            <p:nvPr/>
          </p:nvSpPr>
          <p:spPr>
            <a:xfrm>
              <a:off x="450360" y="1992600"/>
              <a:ext cx="1919880" cy="36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CustomShape 21"/>
            <p:cNvSpPr/>
            <p:nvPr/>
          </p:nvSpPr>
          <p:spPr>
            <a:xfrm>
              <a:off x="2476080" y="1992600"/>
              <a:ext cx="548280" cy="36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CustomShape 22"/>
            <p:cNvSpPr/>
            <p:nvPr/>
          </p:nvSpPr>
          <p:spPr>
            <a:xfrm>
              <a:off x="3130200" y="1992600"/>
              <a:ext cx="1371240" cy="36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3" name="CustomShape 23"/>
          <p:cNvSpPr/>
          <p:nvPr/>
        </p:nvSpPr>
        <p:spPr>
          <a:xfrm>
            <a:off x="7363440" y="2736000"/>
            <a:ext cx="109692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24"/>
          <p:cNvSpPr/>
          <p:nvPr/>
        </p:nvSpPr>
        <p:spPr>
          <a:xfrm>
            <a:off x="6532200" y="4248000"/>
            <a:ext cx="164556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ustomShape 25"/>
          <p:cNvSpPr/>
          <p:nvPr/>
        </p:nvSpPr>
        <p:spPr>
          <a:xfrm>
            <a:off x="5709240" y="4248000"/>
            <a:ext cx="82260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26"/>
          <p:cNvSpPr/>
          <p:nvPr/>
        </p:nvSpPr>
        <p:spPr>
          <a:xfrm>
            <a:off x="5709240" y="3512880"/>
            <a:ext cx="19198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27"/>
          <p:cNvSpPr/>
          <p:nvPr/>
        </p:nvSpPr>
        <p:spPr>
          <a:xfrm>
            <a:off x="5709240" y="3880440"/>
            <a:ext cx="54828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28"/>
          <p:cNvSpPr/>
          <p:nvPr/>
        </p:nvSpPr>
        <p:spPr>
          <a:xfrm>
            <a:off x="6257880" y="3876120"/>
            <a:ext cx="1371240" cy="367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ustomShape 29"/>
          <p:cNvSpPr/>
          <p:nvPr/>
        </p:nvSpPr>
        <p:spPr>
          <a:xfrm>
            <a:off x="7629480" y="3876120"/>
            <a:ext cx="82260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30"/>
          <p:cNvSpPr/>
          <p:nvPr/>
        </p:nvSpPr>
        <p:spPr>
          <a:xfrm>
            <a:off x="7629480" y="3512880"/>
            <a:ext cx="822600" cy="367200"/>
          </a:xfrm>
          <a:prstGeom prst="rect">
            <a:avLst/>
          </a:prstGeom>
          <a:solidFill>
            <a:srgbClr val="d9d9d9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Shape 31"/>
          <p:cNvSpPr txBox="1"/>
          <p:nvPr/>
        </p:nvSpPr>
        <p:spPr>
          <a:xfrm>
            <a:off x="59760" y="48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Lato Black"/>
              </a:rPr>
              <a:t>Figuras 2 a 5, B/N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5976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6, BN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4" name="Group 3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355" name="CustomShape 4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" name="CustomShape 5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" name="Group 6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358" name="CustomShape 7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" name="CustomShape 8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" name="Group 9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361" name="CustomShape 10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" name="CustomShape 11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roup 12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364" name="CustomShape 13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" name="CustomShape 14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6" name="CustomShape 15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CustomShape 16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CustomShape 17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69" name="Group 18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370" name="CustomShape 19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" name="CustomShape 20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" name="Group 21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373" name="CustomShape 22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" name="CustomShape 23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" name="Group 24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376" name="CustomShape 25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" name="CustomShape 26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8" name="CustomShape 27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CustomShape 28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CustomShape 29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CustomShape 30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82" name="Group 31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383" name="CustomShape 32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CustomShape 33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" name="Group 34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386" name="CustomShape 35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CustomShape 36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8" name="CustomShape 37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CustomShape 38"/>
          <p:cNvSpPr/>
          <p:nvPr/>
        </p:nvSpPr>
        <p:spPr>
          <a:xfrm flipH="1" rot="16200000">
            <a:off x="642600" y="3427200"/>
            <a:ext cx="777240" cy="4723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90" name="Group 39"/>
          <p:cNvGrpSpPr/>
          <p:nvPr/>
        </p:nvGrpSpPr>
        <p:grpSpPr>
          <a:xfrm>
            <a:off x="3102480" y="3804840"/>
            <a:ext cx="822600" cy="328680"/>
            <a:chOff x="3102480" y="3804840"/>
            <a:chExt cx="822600" cy="328680"/>
          </a:xfrm>
        </p:grpSpPr>
        <p:sp>
          <p:nvSpPr>
            <p:cNvPr id="391" name="CustomShape 40"/>
            <p:cNvSpPr/>
            <p:nvPr/>
          </p:nvSpPr>
          <p:spPr>
            <a:xfrm>
              <a:off x="310248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" name="CustomShape 41"/>
            <p:cNvSpPr/>
            <p:nvPr/>
          </p:nvSpPr>
          <p:spPr>
            <a:xfrm>
              <a:off x="337680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3" name="Group 42"/>
          <p:cNvGrpSpPr/>
          <p:nvPr/>
        </p:nvGrpSpPr>
        <p:grpSpPr>
          <a:xfrm>
            <a:off x="4017240" y="3804840"/>
            <a:ext cx="822240" cy="328680"/>
            <a:chOff x="4017240" y="3804840"/>
            <a:chExt cx="822240" cy="328680"/>
          </a:xfrm>
        </p:grpSpPr>
        <p:sp>
          <p:nvSpPr>
            <p:cNvPr id="394" name="CustomShape 43"/>
            <p:cNvSpPr/>
            <p:nvPr/>
          </p:nvSpPr>
          <p:spPr>
            <a:xfrm>
              <a:off x="401724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5" name="CustomShape 44"/>
            <p:cNvSpPr/>
            <p:nvPr/>
          </p:nvSpPr>
          <p:spPr>
            <a:xfrm>
              <a:off x="456552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6" name="CustomShape 45"/>
          <p:cNvSpPr/>
          <p:nvPr/>
        </p:nvSpPr>
        <p:spPr>
          <a:xfrm rot="5400000">
            <a:off x="3020040" y="2853360"/>
            <a:ext cx="1582560" cy="31968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CustomShape 46"/>
          <p:cNvSpPr/>
          <p:nvPr/>
        </p:nvSpPr>
        <p:spPr>
          <a:xfrm flipH="1" rot="16200000">
            <a:off x="3333600" y="2853000"/>
            <a:ext cx="1582560" cy="32004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98" name="Group 47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399" name="CustomShape 48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CustomShape 49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1" name="Group 50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402" name="CustomShape 51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CustomShape 52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4" name="CustomShape 53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CustomShape 54"/>
          <p:cNvSpPr/>
          <p:nvPr/>
        </p:nvSpPr>
        <p:spPr>
          <a:xfrm flipH="1" rot="16200000">
            <a:off x="5186880" y="2362320"/>
            <a:ext cx="571320" cy="2905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06" name="Group 55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407" name="CustomShape 56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CustomShape 57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9" name="Group 58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410" name="CustomShape 59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1" name="CustomShape 60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2" name="Group 61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413" name="CustomShape 62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CustomShape 63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5" name="Group 64"/>
          <p:cNvGrpSpPr/>
          <p:nvPr/>
        </p:nvGrpSpPr>
        <p:grpSpPr>
          <a:xfrm>
            <a:off x="7321320" y="4413600"/>
            <a:ext cx="822600" cy="328680"/>
            <a:chOff x="7321320" y="4413600"/>
            <a:chExt cx="822600" cy="328680"/>
          </a:xfrm>
        </p:grpSpPr>
        <p:sp>
          <p:nvSpPr>
            <p:cNvPr id="416" name="CustomShape 65"/>
            <p:cNvSpPr/>
            <p:nvPr/>
          </p:nvSpPr>
          <p:spPr>
            <a:xfrm>
              <a:off x="732132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CustomShape 66"/>
            <p:cNvSpPr/>
            <p:nvPr/>
          </p:nvSpPr>
          <p:spPr>
            <a:xfrm>
              <a:off x="759564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Group 67"/>
          <p:cNvGrpSpPr/>
          <p:nvPr/>
        </p:nvGrpSpPr>
        <p:grpSpPr>
          <a:xfrm>
            <a:off x="8235720" y="4413600"/>
            <a:ext cx="822600" cy="328680"/>
            <a:chOff x="8235720" y="4413600"/>
            <a:chExt cx="822600" cy="328680"/>
          </a:xfrm>
        </p:grpSpPr>
        <p:sp>
          <p:nvSpPr>
            <p:cNvPr id="419" name="CustomShape 68"/>
            <p:cNvSpPr/>
            <p:nvPr/>
          </p:nvSpPr>
          <p:spPr>
            <a:xfrm>
              <a:off x="823572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CustomShape 69"/>
            <p:cNvSpPr/>
            <p:nvPr/>
          </p:nvSpPr>
          <p:spPr>
            <a:xfrm>
              <a:off x="878436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1" name="CustomShape 70"/>
          <p:cNvSpPr/>
          <p:nvPr/>
        </p:nvSpPr>
        <p:spPr>
          <a:xfrm rot="5400000">
            <a:off x="7829280" y="3869640"/>
            <a:ext cx="584280" cy="50292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CustomShape 71"/>
          <p:cNvSpPr/>
          <p:nvPr/>
        </p:nvSpPr>
        <p:spPr>
          <a:xfrm flipH="1" rot="16200000">
            <a:off x="8143200" y="4052520"/>
            <a:ext cx="584280" cy="13716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CustomShape 72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CustomShape 73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CustomShape 74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Shape 1"/>
          <p:cNvSpPr txBox="1"/>
          <p:nvPr/>
        </p:nvSpPr>
        <p:spPr>
          <a:xfrm>
            <a:off x="5976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7, BN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2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8" name="Group 3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429" name="CustomShape 4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0" name="CustomShape 5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1" name="Group 6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432" name="CustomShape 7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3" name="CustomShape 8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4" name="Group 9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435" name="CustomShape 10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6" name="CustomShape 11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7" name="Group 12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438" name="CustomShape 13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9" name="CustomShape 14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0" name="CustomShape 15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CustomShape 16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CustomShape 17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CustomShape 18"/>
          <p:cNvSpPr/>
          <p:nvPr/>
        </p:nvSpPr>
        <p:spPr>
          <a:xfrm>
            <a:off x="4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CustomShape 19"/>
          <p:cNvSpPr/>
          <p:nvPr/>
        </p:nvSpPr>
        <p:spPr>
          <a:xfrm>
            <a:off x="13197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CustomShape 20"/>
          <p:cNvSpPr/>
          <p:nvPr/>
        </p:nvSpPr>
        <p:spPr>
          <a:xfrm>
            <a:off x="184608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CustomShape 21"/>
          <p:cNvSpPr/>
          <p:nvPr/>
        </p:nvSpPr>
        <p:spPr>
          <a:xfrm>
            <a:off x="256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CustomShape 22"/>
          <p:cNvSpPr/>
          <p:nvPr/>
        </p:nvSpPr>
        <p:spPr>
          <a:xfrm>
            <a:off x="885960" y="222192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23"/>
          <p:cNvSpPr/>
          <p:nvPr/>
        </p:nvSpPr>
        <p:spPr>
          <a:xfrm>
            <a:off x="31575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9" name="Group 24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450" name="CustomShape 25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1" name="CustomShape 26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2" name="Group 27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453" name="CustomShape 28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4" name="CustomShape 29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5" name="Group 30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456" name="CustomShape 31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7" name="CustomShape 32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8" name="CustomShape 33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CustomShape 34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CustomShape 35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CustomShape 36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CustomShape 37"/>
          <p:cNvSpPr/>
          <p:nvPr/>
        </p:nvSpPr>
        <p:spPr>
          <a:xfrm>
            <a:off x="793404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ustomShape 38"/>
          <p:cNvSpPr/>
          <p:nvPr/>
        </p:nvSpPr>
        <p:spPr>
          <a:xfrm>
            <a:off x="3110040" y="222048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CustomShape 39"/>
          <p:cNvSpPr/>
          <p:nvPr/>
        </p:nvSpPr>
        <p:spPr>
          <a:xfrm>
            <a:off x="582228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5" name="Group 40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466" name="CustomShape 41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7" name="CustomShape 42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8" name="Group 43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469" name="CustomShape 44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0" name="CustomShape 45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1" name="CustomShape 46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47"/>
          <p:cNvSpPr/>
          <p:nvPr/>
        </p:nvSpPr>
        <p:spPr>
          <a:xfrm flipH="1" rot="16200000">
            <a:off x="642600" y="3427200"/>
            <a:ext cx="777240" cy="4723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CustomShape 48"/>
          <p:cNvSpPr/>
          <p:nvPr/>
        </p:nvSpPr>
        <p:spPr>
          <a:xfrm>
            <a:off x="111456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CustomShape 49"/>
          <p:cNvSpPr/>
          <p:nvPr/>
        </p:nvSpPr>
        <p:spPr>
          <a:xfrm>
            <a:off x="1471680" y="438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ustomShape 50"/>
          <p:cNvSpPr/>
          <p:nvPr/>
        </p:nvSpPr>
        <p:spPr>
          <a:xfrm>
            <a:off x="41040" y="4379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CustomShape 51"/>
          <p:cNvSpPr/>
          <p:nvPr/>
        </p:nvSpPr>
        <p:spPr>
          <a:xfrm>
            <a:off x="51264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ustomShape 52"/>
          <p:cNvSpPr/>
          <p:nvPr/>
        </p:nvSpPr>
        <p:spPr>
          <a:xfrm>
            <a:off x="75240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CustomShape 53"/>
          <p:cNvSpPr/>
          <p:nvPr/>
        </p:nvSpPr>
        <p:spPr>
          <a:xfrm>
            <a:off x="17247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9" name="Group 54"/>
          <p:cNvGrpSpPr/>
          <p:nvPr/>
        </p:nvGrpSpPr>
        <p:grpSpPr>
          <a:xfrm>
            <a:off x="3102480" y="3804840"/>
            <a:ext cx="822600" cy="328680"/>
            <a:chOff x="3102480" y="3804840"/>
            <a:chExt cx="822600" cy="328680"/>
          </a:xfrm>
        </p:grpSpPr>
        <p:sp>
          <p:nvSpPr>
            <p:cNvPr id="480" name="CustomShape 55"/>
            <p:cNvSpPr/>
            <p:nvPr/>
          </p:nvSpPr>
          <p:spPr>
            <a:xfrm>
              <a:off x="310248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1" name="CustomShape 56"/>
            <p:cNvSpPr/>
            <p:nvPr/>
          </p:nvSpPr>
          <p:spPr>
            <a:xfrm>
              <a:off x="337680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2" name="Group 57"/>
          <p:cNvGrpSpPr/>
          <p:nvPr/>
        </p:nvGrpSpPr>
        <p:grpSpPr>
          <a:xfrm>
            <a:off x="4017240" y="3804840"/>
            <a:ext cx="822240" cy="328680"/>
            <a:chOff x="4017240" y="3804840"/>
            <a:chExt cx="822240" cy="328680"/>
          </a:xfrm>
        </p:grpSpPr>
        <p:sp>
          <p:nvSpPr>
            <p:cNvPr id="483" name="CustomShape 58"/>
            <p:cNvSpPr/>
            <p:nvPr/>
          </p:nvSpPr>
          <p:spPr>
            <a:xfrm>
              <a:off x="401724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4" name="CustomShape 59"/>
            <p:cNvSpPr/>
            <p:nvPr/>
          </p:nvSpPr>
          <p:spPr>
            <a:xfrm>
              <a:off x="456552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85" name="CustomShape 60"/>
          <p:cNvSpPr/>
          <p:nvPr/>
        </p:nvSpPr>
        <p:spPr>
          <a:xfrm rot="5400000">
            <a:off x="3020040" y="2853360"/>
            <a:ext cx="1582560" cy="31968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CustomShape 61"/>
          <p:cNvSpPr/>
          <p:nvPr/>
        </p:nvSpPr>
        <p:spPr>
          <a:xfrm flipH="1" rot="16200000">
            <a:off x="3333600" y="2853000"/>
            <a:ext cx="1582560" cy="32004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CustomShape 62"/>
          <p:cNvSpPr/>
          <p:nvPr/>
        </p:nvSpPr>
        <p:spPr>
          <a:xfrm>
            <a:off x="414576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CustomShape 63"/>
          <p:cNvSpPr/>
          <p:nvPr/>
        </p:nvSpPr>
        <p:spPr>
          <a:xfrm>
            <a:off x="4502880" y="413640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CustomShape 64"/>
          <p:cNvSpPr/>
          <p:nvPr/>
        </p:nvSpPr>
        <p:spPr>
          <a:xfrm>
            <a:off x="3072240" y="41338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CustomShape 65"/>
          <p:cNvSpPr/>
          <p:nvPr/>
        </p:nvSpPr>
        <p:spPr>
          <a:xfrm>
            <a:off x="354384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CustomShape 66"/>
          <p:cNvSpPr/>
          <p:nvPr/>
        </p:nvSpPr>
        <p:spPr>
          <a:xfrm>
            <a:off x="39711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2" name="Group 67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493" name="CustomShape 68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CustomShape 69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Group 70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496" name="CustomShape 71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CustomShape 72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98" name="CustomShape 73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CustomShape 74"/>
          <p:cNvSpPr/>
          <p:nvPr/>
        </p:nvSpPr>
        <p:spPr>
          <a:xfrm flipH="1" rot="16200000">
            <a:off x="5186880" y="2362320"/>
            <a:ext cx="571320" cy="2905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CustomShape 75"/>
          <p:cNvSpPr/>
          <p:nvPr/>
        </p:nvSpPr>
        <p:spPr>
          <a:xfrm>
            <a:off x="446904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ustomShape 76"/>
          <p:cNvSpPr/>
          <p:nvPr/>
        </p:nvSpPr>
        <p:spPr>
          <a:xfrm>
            <a:off x="486792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CustomShape 77"/>
          <p:cNvSpPr/>
          <p:nvPr/>
        </p:nvSpPr>
        <p:spPr>
          <a:xfrm>
            <a:off x="543168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CustomShape 78"/>
          <p:cNvSpPr/>
          <p:nvPr/>
        </p:nvSpPr>
        <p:spPr>
          <a:xfrm>
            <a:off x="587124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CustomShape 79"/>
          <p:cNvSpPr/>
          <p:nvPr/>
        </p:nvSpPr>
        <p:spPr>
          <a:xfrm>
            <a:off x="533016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5" name="Group 80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506" name="CustomShape 81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CustomShape 82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8" name="Group 83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509" name="CustomShape 84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0" name="CustomShape 85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1" name="Group 86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512" name="CustomShape 87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3" name="CustomShape 88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4" name="Group 89"/>
          <p:cNvGrpSpPr/>
          <p:nvPr/>
        </p:nvGrpSpPr>
        <p:grpSpPr>
          <a:xfrm>
            <a:off x="7321320" y="4413600"/>
            <a:ext cx="822600" cy="328680"/>
            <a:chOff x="7321320" y="4413600"/>
            <a:chExt cx="822600" cy="328680"/>
          </a:xfrm>
        </p:grpSpPr>
        <p:sp>
          <p:nvSpPr>
            <p:cNvPr id="515" name="CustomShape 90"/>
            <p:cNvSpPr/>
            <p:nvPr/>
          </p:nvSpPr>
          <p:spPr>
            <a:xfrm>
              <a:off x="732132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6" name="CustomShape 91"/>
            <p:cNvSpPr/>
            <p:nvPr/>
          </p:nvSpPr>
          <p:spPr>
            <a:xfrm>
              <a:off x="759564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7" name="Group 92"/>
          <p:cNvGrpSpPr/>
          <p:nvPr/>
        </p:nvGrpSpPr>
        <p:grpSpPr>
          <a:xfrm>
            <a:off x="8235720" y="4413600"/>
            <a:ext cx="822600" cy="328680"/>
            <a:chOff x="8235720" y="4413600"/>
            <a:chExt cx="822600" cy="328680"/>
          </a:xfrm>
        </p:grpSpPr>
        <p:sp>
          <p:nvSpPr>
            <p:cNvPr id="518" name="CustomShape 93"/>
            <p:cNvSpPr/>
            <p:nvPr/>
          </p:nvSpPr>
          <p:spPr>
            <a:xfrm>
              <a:off x="823572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CustomShape 94"/>
            <p:cNvSpPr/>
            <p:nvPr/>
          </p:nvSpPr>
          <p:spPr>
            <a:xfrm>
              <a:off x="878436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0" name="CustomShape 95"/>
          <p:cNvSpPr/>
          <p:nvPr/>
        </p:nvSpPr>
        <p:spPr>
          <a:xfrm rot="5400000">
            <a:off x="7829280" y="3869640"/>
            <a:ext cx="584280" cy="50292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CustomShape 96"/>
          <p:cNvSpPr/>
          <p:nvPr/>
        </p:nvSpPr>
        <p:spPr>
          <a:xfrm flipH="1" rot="16200000">
            <a:off x="8143200" y="4052520"/>
            <a:ext cx="584280" cy="13716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CustomShape 97"/>
          <p:cNvSpPr/>
          <p:nvPr/>
        </p:nvSpPr>
        <p:spPr>
          <a:xfrm>
            <a:off x="69508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CustomShape 98"/>
          <p:cNvSpPr/>
          <p:nvPr/>
        </p:nvSpPr>
        <p:spPr>
          <a:xfrm>
            <a:off x="75340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CustomShape 99"/>
          <p:cNvSpPr/>
          <p:nvPr/>
        </p:nvSpPr>
        <p:spPr>
          <a:xfrm>
            <a:off x="5711400" y="38210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CustomShape 100"/>
          <p:cNvSpPr/>
          <p:nvPr/>
        </p:nvSpPr>
        <p:spPr>
          <a:xfrm>
            <a:off x="62319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CustomShape 101"/>
          <p:cNvSpPr/>
          <p:nvPr/>
        </p:nvSpPr>
        <p:spPr>
          <a:xfrm>
            <a:off x="732132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CustomShape 102"/>
          <p:cNvSpPr/>
          <p:nvPr/>
        </p:nvSpPr>
        <p:spPr>
          <a:xfrm>
            <a:off x="771984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CustomShape 103"/>
          <p:cNvSpPr/>
          <p:nvPr/>
        </p:nvSpPr>
        <p:spPr>
          <a:xfrm>
            <a:off x="828396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CustomShape 104"/>
          <p:cNvSpPr/>
          <p:nvPr/>
        </p:nvSpPr>
        <p:spPr>
          <a:xfrm>
            <a:off x="872316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CustomShape 105"/>
          <p:cNvSpPr/>
          <p:nvPr/>
        </p:nvSpPr>
        <p:spPr>
          <a:xfrm>
            <a:off x="87231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CustomShape 106"/>
          <p:cNvSpPr/>
          <p:nvPr/>
        </p:nvSpPr>
        <p:spPr>
          <a:xfrm>
            <a:off x="7998480" y="3821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CustomShape 107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CustomShape 108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CustomShape 109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CustomShape 110"/>
          <p:cNvSpPr/>
          <p:nvPr/>
        </p:nvSpPr>
        <p:spPr>
          <a:xfrm>
            <a:off x="7030800" y="22244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CustomShape 111"/>
          <p:cNvSpPr/>
          <p:nvPr/>
        </p:nvSpPr>
        <p:spPr>
          <a:xfrm>
            <a:off x="17247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CustomShape 112"/>
          <p:cNvSpPr/>
          <p:nvPr/>
        </p:nvSpPr>
        <p:spPr>
          <a:xfrm>
            <a:off x="39711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CustomShape 113"/>
          <p:cNvSpPr/>
          <p:nvPr/>
        </p:nvSpPr>
        <p:spPr>
          <a:xfrm>
            <a:off x="533016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CustomShape 114"/>
          <p:cNvSpPr/>
          <p:nvPr/>
        </p:nvSpPr>
        <p:spPr>
          <a:xfrm>
            <a:off x="744372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CustomShape 115"/>
          <p:cNvSpPr/>
          <p:nvPr/>
        </p:nvSpPr>
        <p:spPr>
          <a:xfrm>
            <a:off x="4572000" y="96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Shape 1"/>
          <p:cNvSpPr txBox="1"/>
          <p:nvPr/>
        </p:nvSpPr>
        <p:spPr>
          <a:xfrm>
            <a:off x="59760" y="48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8, BN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CustomShape 2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solidFill>
            <a:srgbClr val="d3d3d3"/>
          </a:solidFill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3" name="Group 3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544" name="CustomShape 4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solidFill>
              <a:srgbClr val="d3d3d3"/>
            </a:solidFill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CustomShape 5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solidFill>
              <a:srgbClr val="d3d3d3"/>
            </a:solidFill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6" name="Group 6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547" name="CustomShape 7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CustomShape 8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9" name="Group 9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550" name="CustomShape 10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CustomShape 11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Group 12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553" name="CustomShape 13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CustomShape 14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5" name="Group 15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556" name="CustomShape 16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CustomShape 17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8" name="Group 18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559" name="CustomShape 19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solidFill>
              <a:srgbClr val="d3d3d3"/>
            </a:solidFill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CustomShape 20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solidFill>
              <a:srgbClr val="d3d3d3"/>
            </a:solidFill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Group 21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562" name="CustomShape 22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CustomShape 23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4" name="Group 24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565" name="CustomShape 25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CustomShape 26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7" name="Group 27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568" name="CustomShape 28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CustomShape 29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0" name="Group 30"/>
          <p:cNvGrpSpPr/>
          <p:nvPr/>
        </p:nvGrpSpPr>
        <p:grpSpPr>
          <a:xfrm>
            <a:off x="3102480" y="3804840"/>
            <a:ext cx="822600" cy="328680"/>
            <a:chOff x="3102480" y="3804840"/>
            <a:chExt cx="822600" cy="328680"/>
          </a:xfrm>
        </p:grpSpPr>
        <p:sp>
          <p:nvSpPr>
            <p:cNvPr id="571" name="CustomShape 31"/>
            <p:cNvSpPr/>
            <p:nvPr/>
          </p:nvSpPr>
          <p:spPr>
            <a:xfrm>
              <a:off x="310248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CustomShape 32"/>
            <p:cNvSpPr/>
            <p:nvPr/>
          </p:nvSpPr>
          <p:spPr>
            <a:xfrm>
              <a:off x="337680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3" name="Group 33"/>
          <p:cNvGrpSpPr/>
          <p:nvPr/>
        </p:nvGrpSpPr>
        <p:grpSpPr>
          <a:xfrm>
            <a:off x="4017240" y="3804840"/>
            <a:ext cx="822240" cy="328680"/>
            <a:chOff x="4017240" y="3804840"/>
            <a:chExt cx="822240" cy="328680"/>
          </a:xfrm>
        </p:grpSpPr>
        <p:sp>
          <p:nvSpPr>
            <p:cNvPr id="574" name="CustomShape 34"/>
            <p:cNvSpPr/>
            <p:nvPr/>
          </p:nvSpPr>
          <p:spPr>
            <a:xfrm>
              <a:off x="401724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5" name="CustomShape 35"/>
            <p:cNvSpPr/>
            <p:nvPr/>
          </p:nvSpPr>
          <p:spPr>
            <a:xfrm>
              <a:off x="456552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6" name="Group 36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577" name="CustomShape 37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8" name="CustomShape 38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9" name="Group 39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580" name="CustomShape 40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1" name="CustomShape 41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2" name="Group 42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583" name="CustomShape 43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4" name="CustomShape 44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5" name="Group 45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586" name="CustomShape 46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7" name="CustomShape 47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8" name="Group 48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589" name="CustomShape 49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0" name="CustomShape 50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91" name="CustomShape 51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CustomShape 52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CustomShape 53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CustomShape 54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CustomShape 55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CustomShape 56"/>
          <p:cNvSpPr/>
          <p:nvPr/>
        </p:nvSpPr>
        <p:spPr>
          <a:xfrm rot="5400000">
            <a:off x="3020040" y="2853360"/>
            <a:ext cx="1582560" cy="3196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CustomShape 57"/>
          <p:cNvSpPr/>
          <p:nvPr/>
        </p:nvSpPr>
        <p:spPr>
          <a:xfrm flipH="1" rot="16200000">
            <a:off x="3333600" y="2853000"/>
            <a:ext cx="1582560" cy="320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CustomShape 58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CustomShape 59"/>
          <p:cNvSpPr/>
          <p:nvPr/>
        </p:nvSpPr>
        <p:spPr>
          <a:xfrm flipH="1" rot="16200000">
            <a:off x="5187240" y="2362320"/>
            <a:ext cx="571320" cy="290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CustomShape 60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CustomShape 61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CustomShape 62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CustomShape 63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CustomShape 64"/>
          <p:cNvSpPr/>
          <p:nvPr/>
        </p:nvSpPr>
        <p:spPr>
          <a:xfrm flipH="1" rot="16200000">
            <a:off x="642960" y="3427200"/>
            <a:ext cx="777240" cy="47232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05" name="Group 65"/>
          <p:cNvGrpSpPr/>
          <p:nvPr/>
        </p:nvGrpSpPr>
        <p:grpSpPr>
          <a:xfrm>
            <a:off x="7321320" y="4413600"/>
            <a:ext cx="822600" cy="328680"/>
            <a:chOff x="7321320" y="4413600"/>
            <a:chExt cx="822600" cy="328680"/>
          </a:xfrm>
        </p:grpSpPr>
        <p:sp>
          <p:nvSpPr>
            <p:cNvPr id="606" name="CustomShape 66"/>
            <p:cNvSpPr/>
            <p:nvPr/>
          </p:nvSpPr>
          <p:spPr>
            <a:xfrm>
              <a:off x="732132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7" name="CustomShape 67"/>
            <p:cNvSpPr/>
            <p:nvPr/>
          </p:nvSpPr>
          <p:spPr>
            <a:xfrm>
              <a:off x="759564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8" name="Group 68"/>
          <p:cNvGrpSpPr/>
          <p:nvPr/>
        </p:nvGrpSpPr>
        <p:grpSpPr>
          <a:xfrm>
            <a:off x="8235720" y="4413600"/>
            <a:ext cx="822600" cy="328680"/>
            <a:chOff x="8235720" y="4413600"/>
            <a:chExt cx="822600" cy="328680"/>
          </a:xfrm>
        </p:grpSpPr>
        <p:sp>
          <p:nvSpPr>
            <p:cNvPr id="609" name="CustomShape 69"/>
            <p:cNvSpPr/>
            <p:nvPr/>
          </p:nvSpPr>
          <p:spPr>
            <a:xfrm>
              <a:off x="823572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0" name="CustomShape 70"/>
            <p:cNvSpPr/>
            <p:nvPr/>
          </p:nvSpPr>
          <p:spPr>
            <a:xfrm>
              <a:off x="878436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1" name="CustomShape 71"/>
          <p:cNvSpPr/>
          <p:nvPr/>
        </p:nvSpPr>
        <p:spPr>
          <a:xfrm rot="5400000">
            <a:off x="7829280" y="3869640"/>
            <a:ext cx="584280" cy="50292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CustomShape 72"/>
          <p:cNvSpPr/>
          <p:nvPr/>
        </p:nvSpPr>
        <p:spPr>
          <a:xfrm flipH="1" rot="16200000">
            <a:off x="8143200" y="4052520"/>
            <a:ext cx="584280" cy="13716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CustomShape 73"/>
          <p:cNvSpPr/>
          <p:nvPr/>
        </p:nvSpPr>
        <p:spPr>
          <a:xfrm>
            <a:off x="111456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CustomShape 74"/>
          <p:cNvSpPr/>
          <p:nvPr/>
        </p:nvSpPr>
        <p:spPr>
          <a:xfrm>
            <a:off x="1471680" y="438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CustomShape 75"/>
          <p:cNvSpPr/>
          <p:nvPr/>
        </p:nvSpPr>
        <p:spPr>
          <a:xfrm>
            <a:off x="41040" y="4379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CustomShape 76"/>
          <p:cNvSpPr/>
          <p:nvPr/>
        </p:nvSpPr>
        <p:spPr>
          <a:xfrm>
            <a:off x="51264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CustomShape 77"/>
          <p:cNvSpPr/>
          <p:nvPr/>
        </p:nvSpPr>
        <p:spPr>
          <a:xfrm>
            <a:off x="75240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CustomShape 78"/>
          <p:cNvSpPr/>
          <p:nvPr/>
        </p:nvSpPr>
        <p:spPr>
          <a:xfrm>
            <a:off x="4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CustomShape 79"/>
          <p:cNvSpPr/>
          <p:nvPr/>
        </p:nvSpPr>
        <p:spPr>
          <a:xfrm>
            <a:off x="13197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CustomShape 80"/>
          <p:cNvSpPr/>
          <p:nvPr/>
        </p:nvSpPr>
        <p:spPr>
          <a:xfrm>
            <a:off x="184608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CustomShape 81"/>
          <p:cNvSpPr/>
          <p:nvPr/>
        </p:nvSpPr>
        <p:spPr>
          <a:xfrm>
            <a:off x="256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CustomShape 82"/>
          <p:cNvSpPr/>
          <p:nvPr/>
        </p:nvSpPr>
        <p:spPr>
          <a:xfrm>
            <a:off x="17247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CustomShape 83"/>
          <p:cNvSpPr/>
          <p:nvPr/>
        </p:nvSpPr>
        <p:spPr>
          <a:xfrm>
            <a:off x="885960" y="222192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CustomShape 84"/>
          <p:cNvSpPr/>
          <p:nvPr/>
        </p:nvSpPr>
        <p:spPr>
          <a:xfrm>
            <a:off x="3110040" y="222048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CustomShape 85"/>
          <p:cNvSpPr/>
          <p:nvPr/>
        </p:nvSpPr>
        <p:spPr>
          <a:xfrm>
            <a:off x="39711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CustomShape 86"/>
          <p:cNvSpPr/>
          <p:nvPr/>
        </p:nvSpPr>
        <p:spPr>
          <a:xfrm>
            <a:off x="446904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CustomShape 87"/>
          <p:cNvSpPr/>
          <p:nvPr/>
        </p:nvSpPr>
        <p:spPr>
          <a:xfrm>
            <a:off x="486792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CustomShape 88"/>
          <p:cNvSpPr/>
          <p:nvPr/>
        </p:nvSpPr>
        <p:spPr>
          <a:xfrm>
            <a:off x="543168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CustomShape 89"/>
          <p:cNvSpPr/>
          <p:nvPr/>
        </p:nvSpPr>
        <p:spPr>
          <a:xfrm>
            <a:off x="587124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CustomShape 90"/>
          <p:cNvSpPr/>
          <p:nvPr/>
        </p:nvSpPr>
        <p:spPr>
          <a:xfrm>
            <a:off x="533016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CustomShape 91"/>
          <p:cNvSpPr/>
          <p:nvPr/>
        </p:nvSpPr>
        <p:spPr>
          <a:xfrm>
            <a:off x="582228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CustomShape 92"/>
          <p:cNvSpPr/>
          <p:nvPr/>
        </p:nvSpPr>
        <p:spPr>
          <a:xfrm>
            <a:off x="69508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CustomShape 93"/>
          <p:cNvSpPr/>
          <p:nvPr/>
        </p:nvSpPr>
        <p:spPr>
          <a:xfrm>
            <a:off x="75340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CustomShape 94"/>
          <p:cNvSpPr/>
          <p:nvPr/>
        </p:nvSpPr>
        <p:spPr>
          <a:xfrm>
            <a:off x="5711400" y="38210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CustomShape 95"/>
          <p:cNvSpPr/>
          <p:nvPr/>
        </p:nvSpPr>
        <p:spPr>
          <a:xfrm>
            <a:off x="62319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CustomShape 96"/>
          <p:cNvSpPr/>
          <p:nvPr/>
        </p:nvSpPr>
        <p:spPr>
          <a:xfrm>
            <a:off x="732132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CustomShape 97"/>
          <p:cNvSpPr/>
          <p:nvPr/>
        </p:nvSpPr>
        <p:spPr>
          <a:xfrm>
            <a:off x="771984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CustomShape 98"/>
          <p:cNvSpPr/>
          <p:nvPr/>
        </p:nvSpPr>
        <p:spPr>
          <a:xfrm>
            <a:off x="828396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CustomShape 99"/>
          <p:cNvSpPr/>
          <p:nvPr/>
        </p:nvSpPr>
        <p:spPr>
          <a:xfrm>
            <a:off x="872316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CustomShape 100"/>
          <p:cNvSpPr/>
          <p:nvPr/>
        </p:nvSpPr>
        <p:spPr>
          <a:xfrm>
            <a:off x="87231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CustomShape 101"/>
          <p:cNvSpPr/>
          <p:nvPr/>
        </p:nvSpPr>
        <p:spPr>
          <a:xfrm>
            <a:off x="7998480" y="3821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CustomShape 102"/>
          <p:cNvSpPr/>
          <p:nvPr/>
        </p:nvSpPr>
        <p:spPr>
          <a:xfrm>
            <a:off x="7030800" y="22244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CustomShape 103"/>
          <p:cNvSpPr/>
          <p:nvPr/>
        </p:nvSpPr>
        <p:spPr>
          <a:xfrm>
            <a:off x="414576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CustomShape 104"/>
          <p:cNvSpPr/>
          <p:nvPr/>
        </p:nvSpPr>
        <p:spPr>
          <a:xfrm>
            <a:off x="4502880" y="413640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CustomShape 105"/>
          <p:cNvSpPr/>
          <p:nvPr/>
        </p:nvSpPr>
        <p:spPr>
          <a:xfrm>
            <a:off x="3072240" y="41338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CustomShape 106"/>
          <p:cNvSpPr/>
          <p:nvPr/>
        </p:nvSpPr>
        <p:spPr>
          <a:xfrm>
            <a:off x="354384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CustomShape 107"/>
          <p:cNvSpPr/>
          <p:nvPr/>
        </p:nvSpPr>
        <p:spPr>
          <a:xfrm>
            <a:off x="31575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CustomShape 108"/>
          <p:cNvSpPr/>
          <p:nvPr/>
        </p:nvSpPr>
        <p:spPr>
          <a:xfrm>
            <a:off x="793404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CustomShape 109"/>
          <p:cNvSpPr/>
          <p:nvPr/>
        </p:nvSpPr>
        <p:spPr>
          <a:xfrm>
            <a:off x="4572000" y="96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CustomShape 110"/>
          <p:cNvSpPr/>
          <p:nvPr/>
        </p:nvSpPr>
        <p:spPr>
          <a:xfrm>
            <a:off x="17247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CustomShape 111"/>
          <p:cNvSpPr/>
          <p:nvPr/>
        </p:nvSpPr>
        <p:spPr>
          <a:xfrm>
            <a:off x="39711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CustomShape 112"/>
          <p:cNvSpPr/>
          <p:nvPr/>
        </p:nvSpPr>
        <p:spPr>
          <a:xfrm>
            <a:off x="533016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CustomShape 113"/>
          <p:cNvSpPr/>
          <p:nvPr/>
        </p:nvSpPr>
        <p:spPr>
          <a:xfrm>
            <a:off x="744372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CustomShape 114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CustomShape 115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CustomShape 1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7" name="Group 2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658" name="CustomShape 3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9" name="CustomShape 4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0" name="Group 5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661" name="CustomShape 6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2" name="CustomShape 7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3" name="Group 8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664" name="CustomShape 9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5" name="CustomShape 10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6" name="Group 11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667" name="CustomShape 12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8" name="CustomShape 13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9" name="Group 14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670" name="CustomShape 15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1" name="CustomShape 16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2" name="Group 17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673" name="CustomShape 18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4" name="CustomShape 19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5" name="Group 20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676" name="CustomShape 21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CustomShape 22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8" name="Group 23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679" name="CustomShape 24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0" name="CustomShape 25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1" name="Group 26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682" name="CustomShape 27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3" name="CustomShape 28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4" name="Group 29"/>
          <p:cNvGrpSpPr/>
          <p:nvPr/>
        </p:nvGrpSpPr>
        <p:grpSpPr>
          <a:xfrm>
            <a:off x="3102480" y="3804840"/>
            <a:ext cx="822600" cy="328680"/>
            <a:chOff x="3102480" y="3804840"/>
            <a:chExt cx="822600" cy="328680"/>
          </a:xfrm>
        </p:grpSpPr>
        <p:sp>
          <p:nvSpPr>
            <p:cNvPr id="685" name="CustomShape 30"/>
            <p:cNvSpPr/>
            <p:nvPr/>
          </p:nvSpPr>
          <p:spPr>
            <a:xfrm>
              <a:off x="3102480" y="380484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6" name="CustomShape 31"/>
            <p:cNvSpPr/>
            <p:nvPr/>
          </p:nvSpPr>
          <p:spPr>
            <a:xfrm>
              <a:off x="3376800" y="380484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7" name="Group 32"/>
          <p:cNvGrpSpPr/>
          <p:nvPr/>
        </p:nvGrpSpPr>
        <p:grpSpPr>
          <a:xfrm>
            <a:off x="4017240" y="3804840"/>
            <a:ext cx="822240" cy="328680"/>
            <a:chOff x="4017240" y="3804840"/>
            <a:chExt cx="822240" cy="328680"/>
          </a:xfrm>
        </p:grpSpPr>
        <p:sp>
          <p:nvSpPr>
            <p:cNvPr id="688" name="CustomShape 33"/>
            <p:cNvSpPr/>
            <p:nvPr/>
          </p:nvSpPr>
          <p:spPr>
            <a:xfrm>
              <a:off x="4017240" y="380484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9" name="CustomShape 34"/>
            <p:cNvSpPr/>
            <p:nvPr/>
          </p:nvSpPr>
          <p:spPr>
            <a:xfrm>
              <a:off x="4565520" y="380484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0" name="Group 35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691" name="CustomShape 36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2" name="CustomShape 37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3" name="Group 38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694" name="CustomShape 39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5" name="CustomShape 40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6" name="Group 41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697" name="CustomShape 42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8" name="CustomShape 43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9" name="Group 44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700" name="CustomShape 45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1" name="CustomShape 46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2" name="Group 47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703" name="CustomShape 48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CustomShape 49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5" name="CustomShape 50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CustomShape 51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CustomShape 52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CustomShape 53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CustomShape 54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CustomShape 55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CustomShape 56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CustomShape 57"/>
          <p:cNvSpPr/>
          <p:nvPr/>
        </p:nvSpPr>
        <p:spPr>
          <a:xfrm rot="5400000">
            <a:off x="3020040" y="2853360"/>
            <a:ext cx="1582560" cy="3196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58"/>
          <p:cNvSpPr/>
          <p:nvPr/>
        </p:nvSpPr>
        <p:spPr>
          <a:xfrm flipH="1" rot="16200000">
            <a:off x="3333600" y="2853000"/>
            <a:ext cx="1582560" cy="320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4" name="CustomShape 59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5" name="CustomShape 60"/>
          <p:cNvSpPr/>
          <p:nvPr/>
        </p:nvSpPr>
        <p:spPr>
          <a:xfrm flipH="1" rot="16200000">
            <a:off x="5187240" y="2362320"/>
            <a:ext cx="571320" cy="290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6" name="CustomShape 61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CustomShape 62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8" name="CustomShape 63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9" name="CustomShape 64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0" name="CustomShape 65"/>
          <p:cNvSpPr/>
          <p:nvPr/>
        </p:nvSpPr>
        <p:spPr>
          <a:xfrm flipH="1" rot="16200000">
            <a:off x="642960" y="3427200"/>
            <a:ext cx="777240" cy="47232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21" name="Group 66"/>
          <p:cNvGrpSpPr/>
          <p:nvPr/>
        </p:nvGrpSpPr>
        <p:grpSpPr>
          <a:xfrm>
            <a:off x="7321320" y="4413600"/>
            <a:ext cx="822600" cy="328680"/>
            <a:chOff x="7321320" y="4413600"/>
            <a:chExt cx="822600" cy="328680"/>
          </a:xfrm>
        </p:grpSpPr>
        <p:sp>
          <p:nvSpPr>
            <p:cNvPr id="722" name="CustomShape 67"/>
            <p:cNvSpPr/>
            <p:nvPr/>
          </p:nvSpPr>
          <p:spPr>
            <a:xfrm>
              <a:off x="7321320" y="441360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CustomShape 68"/>
            <p:cNvSpPr/>
            <p:nvPr/>
          </p:nvSpPr>
          <p:spPr>
            <a:xfrm>
              <a:off x="7595640" y="441360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4" name="Group 69"/>
          <p:cNvGrpSpPr/>
          <p:nvPr/>
        </p:nvGrpSpPr>
        <p:grpSpPr>
          <a:xfrm>
            <a:off x="8235720" y="4413600"/>
            <a:ext cx="822600" cy="328680"/>
            <a:chOff x="8235720" y="4413600"/>
            <a:chExt cx="822600" cy="328680"/>
          </a:xfrm>
        </p:grpSpPr>
        <p:sp>
          <p:nvSpPr>
            <p:cNvPr id="725" name="CustomShape 70"/>
            <p:cNvSpPr/>
            <p:nvPr/>
          </p:nvSpPr>
          <p:spPr>
            <a:xfrm>
              <a:off x="8235720" y="4413600"/>
              <a:ext cx="54828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CustomShape 71"/>
            <p:cNvSpPr/>
            <p:nvPr/>
          </p:nvSpPr>
          <p:spPr>
            <a:xfrm>
              <a:off x="8784360" y="4413600"/>
              <a:ext cx="273960" cy="328680"/>
            </a:xfrm>
            <a:prstGeom prst="rect">
              <a:avLst/>
            </a:prstGeom>
            <a:solidFill>
              <a:srgbClr val="d3d3d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27" name="CustomShape 72"/>
          <p:cNvSpPr/>
          <p:nvPr/>
        </p:nvSpPr>
        <p:spPr>
          <a:xfrm rot="5400000">
            <a:off x="7829280" y="3869640"/>
            <a:ext cx="584280" cy="50292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8" name="CustomShape 73"/>
          <p:cNvSpPr/>
          <p:nvPr/>
        </p:nvSpPr>
        <p:spPr>
          <a:xfrm flipH="1" rot="16200000">
            <a:off x="8143200" y="4052520"/>
            <a:ext cx="584280" cy="13716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TextShape 74"/>
          <p:cNvSpPr txBox="1"/>
          <p:nvPr/>
        </p:nvSpPr>
        <p:spPr>
          <a:xfrm>
            <a:off x="6012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9, BN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extShape 1"/>
          <p:cNvSpPr txBox="1"/>
          <p:nvPr/>
        </p:nvSpPr>
        <p:spPr>
          <a:xfrm>
            <a:off x="5976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10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CustomShape 2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2" name="Group 3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733" name="CustomShape 4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4" name="CustomShape 5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5" name="Group 6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736" name="CustomShape 7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7" name="CustomShape 8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8" name="Group 9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739" name="CustomShape 10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0" name="CustomShape 11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1" name="Group 12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742" name="CustomShape 13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CustomShape 14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4" name="Group 15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745" name="CustomShape 16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6" name="CustomShape 17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7" name="Group 18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748" name="CustomShape 19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9" name="CustomShape 20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0" name="Group 21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751" name="CustomShape 22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2" name="CustomShape 23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3" name="Group 24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754" name="CustomShape 25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5" name="CustomShape 26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6" name="Group 27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757" name="CustomShape 28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8" name="CustomShape 29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9" name="Group 30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760" name="CustomShape 31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1" name="CustomShape 32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2" name="Group 33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763" name="CustomShape 34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4" name="CustomShape 35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5" name="Group 36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766" name="CustomShape 37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7" name="CustomShape 38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8" name="Group 39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769" name="CustomShape 40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0" name="CustomShape 41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1" name="Group 42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772" name="CustomShape 43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3" name="CustomShape 44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4" name="CustomShape 45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5" name="CustomShape 46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CustomShape 47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7" name="CustomShape 48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CustomShape 49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9" name="CustomShape 50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0" name="CustomShape 51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1" name="CustomShape 52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2" name="CustomShape 53"/>
          <p:cNvSpPr/>
          <p:nvPr/>
        </p:nvSpPr>
        <p:spPr>
          <a:xfrm flipH="1" rot="16200000">
            <a:off x="5187240" y="2362320"/>
            <a:ext cx="571320" cy="290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3" name="CustomShape 54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4" name="CustomShape 55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5" name="CustomShape 56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CustomShape 57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7" name="CustomShape 58"/>
          <p:cNvSpPr/>
          <p:nvPr/>
        </p:nvSpPr>
        <p:spPr>
          <a:xfrm flipH="1" rot="16200000">
            <a:off x="642960" y="3427200"/>
            <a:ext cx="777240" cy="47232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8" name="CustomShape 59"/>
          <p:cNvSpPr/>
          <p:nvPr/>
        </p:nvSpPr>
        <p:spPr>
          <a:xfrm rot="16200000">
            <a:off x="3755520" y="2398680"/>
            <a:ext cx="454680" cy="193680"/>
          </a:xfrm>
          <a:prstGeom prst="rightArrow">
            <a:avLst>
              <a:gd name="adj1" fmla="val 50000"/>
              <a:gd name="adj2" fmla="val 49680"/>
            </a:avLst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CustomShape 60"/>
          <p:cNvSpPr/>
          <p:nvPr/>
        </p:nvSpPr>
        <p:spPr>
          <a:xfrm rot="16200000">
            <a:off x="8136000" y="4030920"/>
            <a:ext cx="454680" cy="193680"/>
          </a:xfrm>
          <a:prstGeom prst="rightArrow">
            <a:avLst>
              <a:gd name="adj1" fmla="val 50000"/>
              <a:gd name="adj2" fmla="val 49680"/>
            </a:avLst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TextShape 1"/>
          <p:cNvSpPr txBox="1"/>
          <p:nvPr/>
        </p:nvSpPr>
        <p:spPr>
          <a:xfrm>
            <a:off x="5976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02729"/>
                </a:solidFill>
                <a:latin typeface="Proxima Nova"/>
                <a:ea typeface="Proxima Nova"/>
              </a:rPr>
              <a:t>Figura 11, BN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CustomShape 2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solidFill>
            <a:srgbClr val="d3d3d3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120" rIns="105120" tIns="105120" bIns="1051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92" name="Group 3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793" name="CustomShape 4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4" name="CustomShape 5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5" name="Group 6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796" name="CustomShape 7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7" name="CustomShape 8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8" name="Group 9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799" name="CustomShape 10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0" name="CustomShape 11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1" name="Group 12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802" name="CustomShape 13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3" name="CustomShape 14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04" name="CustomShape 15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5" name="CustomShape 16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6" name="CustomShape 17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7" name="CustomShape 18"/>
          <p:cNvSpPr/>
          <p:nvPr/>
        </p:nvSpPr>
        <p:spPr>
          <a:xfrm>
            <a:off x="4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CustomShape 19"/>
          <p:cNvSpPr/>
          <p:nvPr/>
        </p:nvSpPr>
        <p:spPr>
          <a:xfrm>
            <a:off x="13197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CustomShape 20"/>
          <p:cNvSpPr/>
          <p:nvPr/>
        </p:nvSpPr>
        <p:spPr>
          <a:xfrm>
            <a:off x="184608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CustomShape 21"/>
          <p:cNvSpPr/>
          <p:nvPr/>
        </p:nvSpPr>
        <p:spPr>
          <a:xfrm>
            <a:off x="256104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CustomShape 22"/>
          <p:cNvSpPr/>
          <p:nvPr/>
        </p:nvSpPr>
        <p:spPr>
          <a:xfrm>
            <a:off x="885960" y="222192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CustomShape 23"/>
          <p:cNvSpPr/>
          <p:nvPr/>
        </p:nvSpPr>
        <p:spPr>
          <a:xfrm>
            <a:off x="315756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3" name="Group 24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814" name="CustomShape 25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5" name="CustomShape 26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6" name="Group 27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817" name="CustomShape 28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solidFill>
              <a:srgbClr val="d3d3d3"/>
            </a:solidFill>
            <a:ln w="367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5120" rIns="105120" tIns="105120" bIns="1051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8" name="CustomShape 29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solidFill>
              <a:srgbClr val="d3d3d3"/>
            </a:solidFill>
            <a:ln w="367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5120" rIns="105120" tIns="105120" bIns="1051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9" name="Group 30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820" name="CustomShape 31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1" name="CustomShape 32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2" name="CustomShape 33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3" name="CustomShape 34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CustomShape 35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5" name="CustomShape 36"/>
          <p:cNvSpPr/>
          <p:nvPr/>
        </p:nvSpPr>
        <p:spPr>
          <a:xfrm>
            <a:off x="793404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CustomShape 37"/>
          <p:cNvSpPr/>
          <p:nvPr/>
        </p:nvSpPr>
        <p:spPr>
          <a:xfrm>
            <a:off x="3110040" y="222048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CustomShape 38"/>
          <p:cNvSpPr/>
          <p:nvPr/>
        </p:nvSpPr>
        <p:spPr>
          <a:xfrm>
            <a:off x="582228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28" name="Group 39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829" name="CustomShape 40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0" name="CustomShape 41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1" name="Group 42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832" name="CustomShape 43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3" name="CustomShape 44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4" name="CustomShape 45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CustomShape 46"/>
          <p:cNvSpPr/>
          <p:nvPr/>
        </p:nvSpPr>
        <p:spPr>
          <a:xfrm flipH="1" rot="16200000">
            <a:off x="642600" y="3427200"/>
            <a:ext cx="777240" cy="4723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6" name="CustomShape 47"/>
          <p:cNvSpPr/>
          <p:nvPr/>
        </p:nvSpPr>
        <p:spPr>
          <a:xfrm>
            <a:off x="111456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CustomShape 48"/>
          <p:cNvSpPr/>
          <p:nvPr/>
        </p:nvSpPr>
        <p:spPr>
          <a:xfrm>
            <a:off x="1471680" y="438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CustomShape 49"/>
          <p:cNvSpPr/>
          <p:nvPr/>
        </p:nvSpPr>
        <p:spPr>
          <a:xfrm>
            <a:off x="41040" y="4379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CustomShape 50"/>
          <p:cNvSpPr/>
          <p:nvPr/>
        </p:nvSpPr>
        <p:spPr>
          <a:xfrm>
            <a:off x="512640" y="43815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CustomShape 51"/>
          <p:cNvSpPr/>
          <p:nvPr/>
        </p:nvSpPr>
        <p:spPr>
          <a:xfrm>
            <a:off x="752400" y="3274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CustomShape 52"/>
          <p:cNvSpPr/>
          <p:nvPr/>
        </p:nvSpPr>
        <p:spPr>
          <a:xfrm>
            <a:off x="17247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2" name="Group 53"/>
          <p:cNvGrpSpPr/>
          <p:nvPr/>
        </p:nvGrpSpPr>
        <p:grpSpPr>
          <a:xfrm>
            <a:off x="3102480" y="3804840"/>
            <a:ext cx="822600" cy="328680"/>
            <a:chOff x="3102480" y="3804840"/>
            <a:chExt cx="822600" cy="328680"/>
          </a:xfrm>
        </p:grpSpPr>
        <p:sp>
          <p:nvSpPr>
            <p:cNvPr id="843" name="CustomShape 54"/>
            <p:cNvSpPr/>
            <p:nvPr/>
          </p:nvSpPr>
          <p:spPr>
            <a:xfrm>
              <a:off x="310248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4" name="CustomShape 55"/>
            <p:cNvSpPr/>
            <p:nvPr/>
          </p:nvSpPr>
          <p:spPr>
            <a:xfrm>
              <a:off x="337680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5" name="Group 56"/>
          <p:cNvGrpSpPr/>
          <p:nvPr/>
        </p:nvGrpSpPr>
        <p:grpSpPr>
          <a:xfrm>
            <a:off x="4017240" y="3804840"/>
            <a:ext cx="822240" cy="328680"/>
            <a:chOff x="4017240" y="3804840"/>
            <a:chExt cx="822240" cy="328680"/>
          </a:xfrm>
        </p:grpSpPr>
        <p:sp>
          <p:nvSpPr>
            <p:cNvPr id="846" name="CustomShape 57"/>
            <p:cNvSpPr/>
            <p:nvPr/>
          </p:nvSpPr>
          <p:spPr>
            <a:xfrm>
              <a:off x="4017240" y="380484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7" name="CustomShape 58"/>
            <p:cNvSpPr/>
            <p:nvPr/>
          </p:nvSpPr>
          <p:spPr>
            <a:xfrm>
              <a:off x="4565520" y="380484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48" name="CustomShape 59"/>
          <p:cNvSpPr/>
          <p:nvPr/>
        </p:nvSpPr>
        <p:spPr>
          <a:xfrm rot="5400000">
            <a:off x="3020040" y="2853360"/>
            <a:ext cx="1582560" cy="31968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9" name="CustomShape 60"/>
          <p:cNvSpPr/>
          <p:nvPr/>
        </p:nvSpPr>
        <p:spPr>
          <a:xfrm flipH="1" rot="16200000">
            <a:off x="3333600" y="2853000"/>
            <a:ext cx="1582560" cy="32004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CustomShape 61"/>
          <p:cNvSpPr/>
          <p:nvPr/>
        </p:nvSpPr>
        <p:spPr>
          <a:xfrm>
            <a:off x="414576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CustomShape 62"/>
          <p:cNvSpPr/>
          <p:nvPr/>
        </p:nvSpPr>
        <p:spPr>
          <a:xfrm>
            <a:off x="4502880" y="413640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CustomShape 63"/>
          <p:cNvSpPr/>
          <p:nvPr/>
        </p:nvSpPr>
        <p:spPr>
          <a:xfrm>
            <a:off x="3072240" y="41338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CustomShape 64"/>
          <p:cNvSpPr/>
          <p:nvPr/>
        </p:nvSpPr>
        <p:spPr>
          <a:xfrm>
            <a:off x="3543840" y="413640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CustomShape 65"/>
          <p:cNvSpPr/>
          <p:nvPr/>
        </p:nvSpPr>
        <p:spPr>
          <a:xfrm>
            <a:off x="3971160" y="222192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55" name="Group 66"/>
          <p:cNvGrpSpPr/>
          <p:nvPr/>
        </p:nvGrpSpPr>
        <p:grpSpPr>
          <a:xfrm>
            <a:off x="4485600" y="2793600"/>
            <a:ext cx="822600" cy="328680"/>
            <a:chOff x="4485600" y="2793600"/>
            <a:chExt cx="822600" cy="328680"/>
          </a:xfrm>
        </p:grpSpPr>
        <p:sp>
          <p:nvSpPr>
            <p:cNvPr id="856" name="CustomShape 67"/>
            <p:cNvSpPr/>
            <p:nvPr/>
          </p:nvSpPr>
          <p:spPr>
            <a:xfrm>
              <a:off x="4485600" y="2793600"/>
              <a:ext cx="273960" cy="328680"/>
            </a:xfrm>
            <a:prstGeom prst="rect">
              <a:avLst/>
            </a:prstGeom>
            <a:solidFill>
              <a:srgbClr val="d3d3d3"/>
            </a:solidFill>
            <a:ln w="367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5120" rIns="105120" tIns="105120" bIns="1051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7" name="CustomShape 68"/>
            <p:cNvSpPr/>
            <p:nvPr/>
          </p:nvSpPr>
          <p:spPr>
            <a:xfrm>
              <a:off x="4759920" y="2793600"/>
              <a:ext cx="548280" cy="328680"/>
            </a:xfrm>
            <a:prstGeom prst="rect">
              <a:avLst/>
            </a:prstGeom>
            <a:solidFill>
              <a:srgbClr val="d3d3d3"/>
            </a:solidFill>
            <a:ln w="367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5120" rIns="105120" tIns="105120" bIns="1051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8" name="Group 69"/>
          <p:cNvGrpSpPr/>
          <p:nvPr/>
        </p:nvGrpSpPr>
        <p:grpSpPr>
          <a:xfrm>
            <a:off x="5349960" y="2793600"/>
            <a:ext cx="822600" cy="328680"/>
            <a:chOff x="5349960" y="2793600"/>
            <a:chExt cx="822600" cy="328680"/>
          </a:xfrm>
        </p:grpSpPr>
        <p:sp>
          <p:nvSpPr>
            <p:cNvPr id="859" name="CustomShape 70"/>
            <p:cNvSpPr/>
            <p:nvPr/>
          </p:nvSpPr>
          <p:spPr>
            <a:xfrm>
              <a:off x="5349960" y="279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0" name="CustomShape 71"/>
            <p:cNvSpPr/>
            <p:nvPr/>
          </p:nvSpPr>
          <p:spPr>
            <a:xfrm>
              <a:off x="5898600" y="279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61" name="CustomShape 72"/>
          <p:cNvSpPr/>
          <p:nvPr/>
        </p:nvSpPr>
        <p:spPr>
          <a:xfrm flipH="1" rot="16200000">
            <a:off x="5186880" y="2362320"/>
            <a:ext cx="571320" cy="29052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2" name="CustomShape 73"/>
          <p:cNvSpPr/>
          <p:nvPr/>
        </p:nvSpPr>
        <p:spPr>
          <a:xfrm>
            <a:off x="446904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CustomShape 74"/>
          <p:cNvSpPr/>
          <p:nvPr/>
        </p:nvSpPr>
        <p:spPr>
          <a:xfrm>
            <a:off x="486792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CustomShape 75"/>
          <p:cNvSpPr/>
          <p:nvPr/>
        </p:nvSpPr>
        <p:spPr>
          <a:xfrm>
            <a:off x="5431680" y="312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CustomShape 76"/>
          <p:cNvSpPr/>
          <p:nvPr/>
        </p:nvSpPr>
        <p:spPr>
          <a:xfrm>
            <a:off x="5871240" y="312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CustomShape 77"/>
          <p:cNvSpPr/>
          <p:nvPr/>
        </p:nvSpPr>
        <p:spPr>
          <a:xfrm>
            <a:off x="5330160" y="222048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7" name="Group 78"/>
          <p:cNvGrpSpPr/>
          <p:nvPr/>
        </p:nvGrpSpPr>
        <p:grpSpPr>
          <a:xfrm>
            <a:off x="5708520" y="3499920"/>
            <a:ext cx="1096920" cy="328680"/>
            <a:chOff x="5708520" y="3499920"/>
            <a:chExt cx="1096920" cy="328680"/>
          </a:xfrm>
        </p:grpSpPr>
        <p:sp>
          <p:nvSpPr>
            <p:cNvPr id="868" name="CustomShape 79"/>
            <p:cNvSpPr/>
            <p:nvPr/>
          </p:nvSpPr>
          <p:spPr>
            <a:xfrm>
              <a:off x="570852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9" name="CustomShape 80"/>
            <p:cNvSpPr/>
            <p:nvPr/>
          </p:nvSpPr>
          <p:spPr>
            <a:xfrm>
              <a:off x="598284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0" name="Group 81"/>
          <p:cNvGrpSpPr/>
          <p:nvPr/>
        </p:nvGrpSpPr>
        <p:grpSpPr>
          <a:xfrm>
            <a:off x="6836040" y="3499920"/>
            <a:ext cx="1097280" cy="328680"/>
            <a:chOff x="6836040" y="3499920"/>
            <a:chExt cx="1097280" cy="328680"/>
          </a:xfrm>
        </p:grpSpPr>
        <p:sp>
          <p:nvSpPr>
            <p:cNvPr id="871" name="CustomShape 82"/>
            <p:cNvSpPr/>
            <p:nvPr/>
          </p:nvSpPr>
          <p:spPr>
            <a:xfrm>
              <a:off x="6836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2" name="CustomShape 83"/>
            <p:cNvSpPr/>
            <p:nvPr/>
          </p:nvSpPr>
          <p:spPr>
            <a:xfrm>
              <a:off x="7385040" y="349992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3" name="Group 84"/>
          <p:cNvGrpSpPr/>
          <p:nvPr/>
        </p:nvGrpSpPr>
        <p:grpSpPr>
          <a:xfrm>
            <a:off x="7961400" y="3499920"/>
            <a:ext cx="1096920" cy="328680"/>
            <a:chOff x="7961400" y="3499920"/>
            <a:chExt cx="1096920" cy="328680"/>
          </a:xfrm>
        </p:grpSpPr>
        <p:sp>
          <p:nvSpPr>
            <p:cNvPr id="874" name="CustomShape 85"/>
            <p:cNvSpPr/>
            <p:nvPr/>
          </p:nvSpPr>
          <p:spPr>
            <a:xfrm>
              <a:off x="7961400" y="3499920"/>
              <a:ext cx="82260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5" name="CustomShape 86"/>
            <p:cNvSpPr/>
            <p:nvPr/>
          </p:nvSpPr>
          <p:spPr>
            <a:xfrm>
              <a:off x="8784360" y="349992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6" name="Group 87"/>
          <p:cNvGrpSpPr/>
          <p:nvPr/>
        </p:nvGrpSpPr>
        <p:grpSpPr>
          <a:xfrm>
            <a:off x="7321320" y="4413600"/>
            <a:ext cx="822600" cy="328680"/>
            <a:chOff x="7321320" y="4413600"/>
            <a:chExt cx="822600" cy="328680"/>
          </a:xfrm>
        </p:grpSpPr>
        <p:sp>
          <p:nvSpPr>
            <p:cNvPr id="877" name="CustomShape 88"/>
            <p:cNvSpPr/>
            <p:nvPr/>
          </p:nvSpPr>
          <p:spPr>
            <a:xfrm>
              <a:off x="732132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8" name="CustomShape 89"/>
            <p:cNvSpPr/>
            <p:nvPr/>
          </p:nvSpPr>
          <p:spPr>
            <a:xfrm>
              <a:off x="759564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9" name="Group 90"/>
          <p:cNvGrpSpPr/>
          <p:nvPr/>
        </p:nvGrpSpPr>
        <p:grpSpPr>
          <a:xfrm>
            <a:off x="8235720" y="4413600"/>
            <a:ext cx="822600" cy="328680"/>
            <a:chOff x="8235720" y="4413600"/>
            <a:chExt cx="822600" cy="328680"/>
          </a:xfrm>
        </p:grpSpPr>
        <p:sp>
          <p:nvSpPr>
            <p:cNvPr id="880" name="CustomShape 91"/>
            <p:cNvSpPr/>
            <p:nvPr/>
          </p:nvSpPr>
          <p:spPr>
            <a:xfrm>
              <a:off x="8235720" y="4413600"/>
              <a:ext cx="54828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1" name="CustomShape 92"/>
            <p:cNvSpPr/>
            <p:nvPr/>
          </p:nvSpPr>
          <p:spPr>
            <a:xfrm>
              <a:off x="8784360" y="4413600"/>
              <a:ext cx="27396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2" name="CustomShape 93"/>
          <p:cNvSpPr/>
          <p:nvPr/>
        </p:nvSpPr>
        <p:spPr>
          <a:xfrm rot="5400000">
            <a:off x="7829280" y="3869640"/>
            <a:ext cx="584280" cy="50292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CustomShape 94"/>
          <p:cNvSpPr/>
          <p:nvPr/>
        </p:nvSpPr>
        <p:spPr>
          <a:xfrm flipH="1" rot="16200000">
            <a:off x="8143200" y="4052520"/>
            <a:ext cx="584280" cy="137160"/>
          </a:xfrm>
          <a:prstGeom prst="bentConnector3">
            <a:avLst>
              <a:gd name="adj1" fmla="val 49987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4" name="CustomShape 95"/>
          <p:cNvSpPr/>
          <p:nvPr/>
        </p:nvSpPr>
        <p:spPr>
          <a:xfrm>
            <a:off x="69508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CustomShape 96"/>
          <p:cNvSpPr/>
          <p:nvPr/>
        </p:nvSpPr>
        <p:spPr>
          <a:xfrm>
            <a:off x="7534080" y="382896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CustomShape 97"/>
          <p:cNvSpPr/>
          <p:nvPr/>
        </p:nvSpPr>
        <p:spPr>
          <a:xfrm>
            <a:off x="5711400" y="38210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CustomShape 98"/>
          <p:cNvSpPr/>
          <p:nvPr/>
        </p:nvSpPr>
        <p:spPr>
          <a:xfrm>
            <a:off x="62319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CustomShape 99"/>
          <p:cNvSpPr/>
          <p:nvPr/>
        </p:nvSpPr>
        <p:spPr>
          <a:xfrm>
            <a:off x="732132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CustomShape 100"/>
          <p:cNvSpPr/>
          <p:nvPr/>
        </p:nvSpPr>
        <p:spPr>
          <a:xfrm>
            <a:off x="771984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CustomShape 101"/>
          <p:cNvSpPr/>
          <p:nvPr/>
        </p:nvSpPr>
        <p:spPr>
          <a:xfrm>
            <a:off x="8283960" y="47426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CustomShape 102"/>
          <p:cNvSpPr/>
          <p:nvPr/>
        </p:nvSpPr>
        <p:spPr>
          <a:xfrm>
            <a:off x="8723160" y="47426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CustomShape 103"/>
          <p:cNvSpPr/>
          <p:nvPr/>
        </p:nvSpPr>
        <p:spPr>
          <a:xfrm>
            <a:off x="8723160" y="38289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49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CustomShape 104"/>
          <p:cNvSpPr/>
          <p:nvPr/>
        </p:nvSpPr>
        <p:spPr>
          <a:xfrm>
            <a:off x="7998480" y="38210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CustomShape 105"/>
          <p:cNvSpPr/>
          <p:nvPr/>
        </p:nvSpPr>
        <p:spPr>
          <a:xfrm rot="5400000">
            <a:off x="6280200" y="2336040"/>
            <a:ext cx="1277640" cy="104904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5" name="CustomShape 106"/>
          <p:cNvSpPr/>
          <p:nvPr/>
        </p:nvSpPr>
        <p:spPr>
          <a:xfrm flipH="1" rot="16200000">
            <a:off x="6912720" y="2752920"/>
            <a:ext cx="1277640" cy="21528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CustomShape 107"/>
          <p:cNvSpPr/>
          <p:nvPr/>
        </p:nvSpPr>
        <p:spPr>
          <a:xfrm flipH="1" rot="16200000">
            <a:off x="7263000" y="2396160"/>
            <a:ext cx="1277640" cy="929160"/>
          </a:xfrm>
          <a:prstGeom prst="bentConnector3">
            <a:avLst>
              <a:gd name="adj1" fmla="val 49996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7" name="CustomShape 108"/>
          <p:cNvSpPr/>
          <p:nvPr/>
        </p:nvSpPr>
        <p:spPr>
          <a:xfrm>
            <a:off x="7030800" y="2224440"/>
            <a:ext cx="29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CustomShape 109"/>
          <p:cNvSpPr/>
          <p:nvPr/>
        </p:nvSpPr>
        <p:spPr>
          <a:xfrm>
            <a:off x="17247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CustomShape 110"/>
          <p:cNvSpPr/>
          <p:nvPr/>
        </p:nvSpPr>
        <p:spPr>
          <a:xfrm>
            <a:off x="3971160" y="1420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CustomShape 111"/>
          <p:cNvSpPr/>
          <p:nvPr/>
        </p:nvSpPr>
        <p:spPr>
          <a:xfrm>
            <a:off x="533016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CustomShape 112"/>
          <p:cNvSpPr/>
          <p:nvPr/>
        </p:nvSpPr>
        <p:spPr>
          <a:xfrm>
            <a:off x="7443720" y="142884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CustomShape 113"/>
          <p:cNvSpPr/>
          <p:nvPr/>
        </p:nvSpPr>
        <p:spPr>
          <a:xfrm>
            <a:off x="4572000" y="961560"/>
            <a:ext cx="374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Proxima Nova"/>
                <a:ea typeface="Proxima Nova"/>
              </a:rPr>
              <a:t>19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CustomShape 114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4" name="CustomShape 115"/>
          <p:cNvSpPr/>
          <p:nvPr/>
        </p:nvSpPr>
        <p:spPr>
          <a:xfrm rot="5400000">
            <a:off x="4898160" y="2357640"/>
            <a:ext cx="571320" cy="299520"/>
          </a:xfrm>
          <a:prstGeom prst="bentConnector3">
            <a:avLst>
              <a:gd name="adj1" fmla="val 50000"/>
            </a:avLst>
          </a:prstGeom>
          <a:noFill/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ustomShape 1"/>
          <p:cNvSpPr/>
          <p:nvPr/>
        </p:nvSpPr>
        <p:spPr>
          <a:xfrm>
            <a:off x="3886200" y="635760"/>
            <a:ext cx="1371240" cy="3254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7 2 5 3 6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6" name="Group 2"/>
          <p:cNvGrpSpPr/>
          <p:nvPr/>
        </p:nvGrpSpPr>
        <p:grpSpPr>
          <a:xfrm>
            <a:off x="901800" y="1892880"/>
            <a:ext cx="1371240" cy="328680"/>
            <a:chOff x="901800" y="1892880"/>
            <a:chExt cx="1371240" cy="328680"/>
          </a:xfrm>
        </p:grpSpPr>
        <p:sp>
          <p:nvSpPr>
            <p:cNvPr id="907" name="CustomShape 3"/>
            <p:cNvSpPr/>
            <p:nvPr/>
          </p:nvSpPr>
          <p:spPr>
            <a:xfrm>
              <a:off x="117612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8" name="CustomShape 4"/>
            <p:cNvSpPr/>
            <p:nvPr/>
          </p:nvSpPr>
          <p:spPr>
            <a:xfrm>
              <a:off x="901800" y="1892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9" name="Group 5"/>
          <p:cNvGrpSpPr/>
          <p:nvPr/>
        </p:nvGrpSpPr>
        <p:grpSpPr>
          <a:xfrm>
            <a:off x="3007440" y="1892880"/>
            <a:ext cx="1374840" cy="328680"/>
            <a:chOff x="3007440" y="1892880"/>
            <a:chExt cx="1374840" cy="328680"/>
          </a:xfrm>
        </p:grpSpPr>
        <p:sp>
          <p:nvSpPr>
            <p:cNvPr id="910" name="CustomShape 6"/>
            <p:cNvSpPr/>
            <p:nvPr/>
          </p:nvSpPr>
          <p:spPr>
            <a:xfrm>
              <a:off x="3559680" y="1892880"/>
              <a:ext cx="82260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1" name="CustomShape 7"/>
            <p:cNvSpPr/>
            <p:nvPr/>
          </p:nvSpPr>
          <p:spPr>
            <a:xfrm>
              <a:off x="3007440" y="1892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2" name="Group 8"/>
          <p:cNvGrpSpPr/>
          <p:nvPr/>
        </p:nvGrpSpPr>
        <p:grpSpPr>
          <a:xfrm>
            <a:off x="4922280" y="1892880"/>
            <a:ext cx="1371240" cy="328680"/>
            <a:chOff x="4922280" y="1892880"/>
            <a:chExt cx="1371240" cy="328680"/>
          </a:xfrm>
        </p:grpSpPr>
        <p:sp>
          <p:nvSpPr>
            <p:cNvPr id="913" name="CustomShape 9"/>
            <p:cNvSpPr/>
            <p:nvPr/>
          </p:nvSpPr>
          <p:spPr>
            <a:xfrm>
              <a:off x="4922280" y="1892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4" name="CustomShape 10"/>
            <p:cNvSpPr/>
            <p:nvPr/>
          </p:nvSpPr>
          <p:spPr>
            <a:xfrm>
              <a:off x="5745240" y="189288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5" name="Group 11"/>
          <p:cNvGrpSpPr/>
          <p:nvPr/>
        </p:nvGrpSpPr>
        <p:grpSpPr>
          <a:xfrm>
            <a:off x="6895080" y="1892880"/>
            <a:ext cx="1371240" cy="328680"/>
            <a:chOff x="6895080" y="1892880"/>
            <a:chExt cx="1371240" cy="328680"/>
          </a:xfrm>
        </p:grpSpPr>
        <p:sp>
          <p:nvSpPr>
            <p:cNvPr id="916" name="CustomShape 12"/>
            <p:cNvSpPr/>
            <p:nvPr/>
          </p:nvSpPr>
          <p:spPr>
            <a:xfrm>
              <a:off x="6895080" y="1892880"/>
              <a:ext cx="1096920" cy="3286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7 2 5 3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7" name="CustomShape 13"/>
            <p:cNvSpPr/>
            <p:nvPr/>
          </p:nvSpPr>
          <p:spPr>
            <a:xfrm>
              <a:off x="7992360" y="189288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8" name="Group 14"/>
          <p:cNvGrpSpPr/>
          <p:nvPr/>
        </p:nvGrpSpPr>
        <p:grpSpPr>
          <a:xfrm>
            <a:off x="109440" y="2945880"/>
            <a:ext cx="1096560" cy="328680"/>
            <a:chOff x="109440" y="2945880"/>
            <a:chExt cx="1096560" cy="328680"/>
          </a:xfrm>
        </p:grpSpPr>
        <p:sp>
          <p:nvSpPr>
            <p:cNvPr id="919" name="CustomShape 15"/>
            <p:cNvSpPr/>
            <p:nvPr/>
          </p:nvSpPr>
          <p:spPr>
            <a:xfrm>
              <a:off x="109440" y="294588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0" name="CustomShape 16"/>
            <p:cNvSpPr/>
            <p:nvPr/>
          </p:nvSpPr>
          <p:spPr>
            <a:xfrm>
              <a:off x="383400" y="2945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1" name="Group 17"/>
          <p:cNvGrpSpPr/>
          <p:nvPr/>
        </p:nvGrpSpPr>
        <p:grpSpPr>
          <a:xfrm>
            <a:off x="1236960" y="2945880"/>
            <a:ext cx="1096920" cy="328680"/>
            <a:chOff x="1236960" y="2945880"/>
            <a:chExt cx="1096920" cy="328680"/>
          </a:xfrm>
        </p:grpSpPr>
        <p:sp>
          <p:nvSpPr>
            <p:cNvPr id="922" name="CustomShape 18"/>
            <p:cNvSpPr/>
            <p:nvPr/>
          </p:nvSpPr>
          <p:spPr>
            <a:xfrm>
              <a:off x="1236960" y="294588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3" name="CustomShape 19"/>
            <p:cNvSpPr/>
            <p:nvPr/>
          </p:nvSpPr>
          <p:spPr>
            <a:xfrm>
              <a:off x="1785600" y="2945880"/>
              <a:ext cx="54828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4" name="Group 20"/>
          <p:cNvGrpSpPr/>
          <p:nvPr/>
        </p:nvGrpSpPr>
        <p:grpSpPr>
          <a:xfrm>
            <a:off x="2362320" y="2945880"/>
            <a:ext cx="1096920" cy="328680"/>
            <a:chOff x="2362320" y="2945880"/>
            <a:chExt cx="1096920" cy="328680"/>
          </a:xfrm>
        </p:grpSpPr>
        <p:sp>
          <p:nvSpPr>
            <p:cNvPr id="925" name="CustomShape 21"/>
            <p:cNvSpPr/>
            <p:nvPr/>
          </p:nvSpPr>
          <p:spPr>
            <a:xfrm>
              <a:off x="2362320" y="2945880"/>
              <a:ext cx="82260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2 5 3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6" name="CustomShape 22"/>
            <p:cNvSpPr/>
            <p:nvPr/>
          </p:nvSpPr>
          <p:spPr>
            <a:xfrm>
              <a:off x="3185280" y="2945880"/>
              <a:ext cx="273960" cy="328680"/>
            </a:xfrm>
            <a:prstGeom prst="rect">
              <a:avLst/>
            </a:prstGeom>
            <a:solidFill>
              <a:srgbClr val="cccccc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7" name="Group 23"/>
          <p:cNvGrpSpPr/>
          <p:nvPr/>
        </p:nvGrpSpPr>
        <p:grpSpPr>
          <a:xfrm>
            <a:off x="78840" y="4052520"/>
            <a:ext cx="822240" cy="328680"/>
            <a:chOff x="78840" y="4052520"/>
            <a:chExt cx="822240" cy="328680"/>
          </a:xfrm>
        </p:grpSpPr>
        <p:sp>
          <p:nvSpPr>
            <p:cNvPr id="928" name="CustomShape 24"/>
            <p:cNvSpPr/>
            <p:nvPr/>
          </p:nvSpPr>
          <p:spPr>
            <a:xfrm>
              <a:off x="78840" y="405252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9" name="CustomShape 25"/>
            <p:cNvSpPr/>
            <p:nvPr/>
          </p:nvSpPr>
          <p:spPr>
            <a:xfrm>
              <a:off x="352800" y="405252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3 6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0" name="Group 26"/>
          <p:cNvGrpSpPr/>
          <p:nvPr/>
        </p:nvGrpSpPr>
        <p:grpSpPr>
          <a:xfrm>
            <a:off x="993240" y="4052520"/>
            <a:ext cx="822600" cy="328680"/>
            <a:chOff x="993240" y="4052520"/>
            <a:chExt cx="822600" cy="328680"/>
          </a:xfrm>
        </p:grpSpPr>
        <p:sp>
          <p:nvSpPr>
            <p:cNvPr id="931" name="CustomShape 27"/>
            <p:cNvSpPr/>
            <p:nvPr/>
          </p:nvSpPr>
          <p:spPr>
            <a:xfrm>
              <a:off x="993240" y="4052520"/>
              <a:ext cx="54828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2" name="CustomShape 28"/>
            <p:cNvSpPr/>
            <p:nvPr/>
          </p:nvSpPr>
          <p:spPr>
            <a:xfrm>
              <a:off x="1541880" y="4052520"/>
              <a:ext cx="273960" cy="3286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3" name="CustomShape 29"/>
          <p:cNvSpPr/>
          <p:nvPr/>
        </p:nvSpPr>
        <p:spPr>
          <a:xfrm rot="5400000">
            <a:off x="2683080" y="3600"/>
            <a:ext cx="931320" cy="284652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CustomShape 30"/>
          <p:cNvSpPr/>
          <p:nvPr/>
        </p:nvSpPr>
        <p:spPr>
          <a:xfrm rot="5400000">
            <a:off x="3805920" y="1126800"/>
            <a:ext cx="931320" cy="60048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5" name="CustomShape 31"/>
          <p:cNvSpPr/>
          <p:nvPr/>
        </p:nvSpPr>
        <p:spPr>
          <a:xfrm flipH="1" rot="16200000">
            <a:off x="4480920" y="1046520"/>
            <a:ext cx="931320" cy="76140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6" name="CustomShape 32"/>
          <p:cNvSpPr/>
          <p:nvPr/>
        </p:nvSpPr>
        <p:spPr>
          <a:xfrm flipH="1" rot="16200000">
            <a:off x="5542200" y="-8280"/>
            <a:ext cx="931320" cy="2871360"/>
          </a:xfrm>
          <a:prstGeom prst="bentConnector3">
            <a:avLst>
              <a:gd name="adj1" fmla="val 49999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7" name="CustomShape 33"/>
          <p:cNvSpPr/>
          <p:nvPr/>
        </p:nvSpPr>
        <p:spPr>
          <a:xfrm rot="5400000">
            <a:off x="898200" y="2118960"/>
            <a:ext cx="723600" cy="9295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8" name="CustomShape 34"/>
          <p:cNvSpPr/>
          <p:nvPr/>
        </p:nvSpPr>
        <p:spPr>
          <a:xfrm flipH="1" rot="16200000">
            <a:off x="1530720" y="2416320"/>
            <a:ext cx="723600" cy="33480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9" name="CustomShape 35"/>
          <p:cNvSpPr/>
          <p:nvPr/>
        </p:nvSpPr>
        <p:spPr>
          <a:xfrm flipH="1" rot="16200000">
            <a:off x="1887840" y="2059560"/>
            <a:ext cx="723600" cy="1048320"/>
          </a:xfrm>
          <a:prstGeom prst="bentConnector3">
            <a:avLst>
              <a:gd name="adj1" fmla="val 5000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0" name="CustomShape 36"/>
          <p:cNvSpPr/>
          <p:nvPr/>
        </p:nvSpPr>
        <p:spPr>
          <a:xfrm rot="5400000">
            <a:off x="322200" y="3579840"/>
            <a:ext cx="777240" cy="16740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1" name="CustomShape 37"/>
          <p:cNvSpPr/>
          <p:nvPr/>
        </p:nvSpPr>
        <p:spPr>
          <a:xfrm flipH="1" rot="16200000">
            <a:off x="642960" y="3427200"/>
            <a:ext cx="777240" cy="472320"/>
          </a:xfrm>
          <a:prstGeom prst="bentConnector3">
            <a:avLst>
              <a:gd name="adj1" fmla="val 49992"/>
            </a:avLst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2" name="TextShape 38"/>
          <p:cNvSpPr txBox="1"/>
          <p:nvPr/>
        </p:nvSpPr>
        <p:spPr>
          <a:xfrm>
            <a:off x="5106240" y="1344960"/>
            <a:ext cx="731520" cy="145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9600" spc="-1" strike="noStrike">
                <a:solidFill>
                  <a:srgbClr val="000000"/>
                </a:solidFill>
                <a:latin typeface="Arial"/>
              </a:rPr>
              <a:t>X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Shape 39"/>
          <p:cNvSpPr txBox="1"/>
          <p:nvPr/>
        </p:nvSpPr>
        <p:spPr>
          <a:xfrm>
            <a:off x="6943320" y="1344960"/>
            <a:ext cx="731520" cy="145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9600" spc="-1" strike="noStrike">
                <a:solidFill>
                  <a:srgbClr val="000000"/>
                </a:solidFill>
                <a:latin typeface="Arial"/>
              </a:rPr>
              <a:t>X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TextShape 40"/>
          <p:cNvSpPr txBox="1"/>
          <p:nvPr/>
        </p:nvSpPr>
        <p:spPr>
          <a:xfrm>
            <a:off x="59760" y="1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Lato Black"/>
              </a:rPr>
              <a:t>Figura 12, BN</a:t>
            </a:r>
            <a:endParaRPr b="0" lang="en-US" sz="3600" spc="-1" strike="noStrike">
              <a:solidFill>
                <a:srgbClr val="000000"/>
              </a:solidFill>
              <a:latin typeface="Lat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Application>LibreOffice/7.0.0.2$Linux_X86_64 LibreOffice_project/00$Build-2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Federico Kereki</cp:lastModifiedBy>
  <dcterms:modified xsi:type="dcterms:W3CDTF">2020-08-29T20:40:55Z</dcterms:modified>
  <cp:revision>9</cp:revision>
  <dc:subject/>
  <dc:title/>
</cp:coreProperties>
</file>